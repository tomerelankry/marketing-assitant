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0" y="457200"/>
            <a:ext cx="2743200" cy="365760"/>
          </a:xfrm>
          <a:prstGeom prst="roundRect">
            <a:avLst/>
          </a:prstGeom>
          <a:solidFill>
            <a:srgbClr val="FFC107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0000"/>
                </a:solidFill>
              </a:defRPr>
            </a:pPr>
            <a:r>
              <a:t>CONFIDENTIAL STRATEGY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212121"/>
                </a:solidFill>
              </a:defRPr>
            </a:pPr>
            <a:r>
              <a:t>EcoFit Brand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840480"/>
            <a:ext cx="7315200" cy="4572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12121"/>
                </a:solidFill>
              </a:defRPr>
            </a:pPr>
            <a:r>
              <a:t>Sustainable Performance</a:t>
            </a:r>
          </a:p>
        </p:txBody>
      </p:sp>
      <p:pic>
        <p:nvPicPr>
          <p:cNvPr id="6" name="Picture 5" descr="yellowHead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164592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12121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12121"/>
                </a:solidFill>
              </a:defRPr>
            </a:pPr>
            <a:r>
              <a:t>• Plastic waste is destroying oceans.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12121"/>
                </a:solidFill>
              </a:defRPr>
            </a:pPr>
            <a:r>
              <a:t>• Gym wear wears out too fast.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12121"/>
                </a:solidFill>
              </a:defRPr>
            </a:pPr>
            <a:r>
              <a:t>• Consumers feel guilty.</a:t>
            </a:r>
          </a:p>
        </p:txBody>
      </p:sp>
      <p:pic>
        <p:nvPicPr>
          <p:cNvPr id="6" name="Picture 5" descr="yellowHead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"/>
            <a:ext cx="164592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