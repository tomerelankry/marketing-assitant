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EcoFit Brand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Sustainable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Plastic waste is destroying oceans.</a:t>
            </a:r>
          </a:p>
          <a:p>
            <a:pPr/>
            <a:r>
              <a:t>Gym wear wears out too fast.</a:t>
            </a:r>
          </a:p>
          <a:p>
            <a:pPr/>
            <a:r>
              <a:t>Consumers feel guilty.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